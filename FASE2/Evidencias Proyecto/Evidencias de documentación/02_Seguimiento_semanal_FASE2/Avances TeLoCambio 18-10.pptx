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9753600" cy="7315200"/>
  <p:notesSz cx="6858000" cy="9144000"/>
  <p:embeddedFontLst>
    <p:embeddedFont>
      <p:font typeface="SCR-N Seven Extra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2711" y="2786695"/>
            <a:ext cx="184480" cy="322940"/>
          </a:xfrm>
          <a:custGeom>
            <a:avLst/>
            <a:gdLst/>
            <a:ahLst/>
            <a:cxnLst/>
            <a:rect r="r" b="b" t="t" l="l"/>
            <a:pathLst>
              <a:path h="322940" w="184480">
                <a:moveTo>
                  <a:pt x="0" y="0"/>
                </a:moveTo>
                <a:lnTo>
                  <a:pt x="184480" y="0"/>
                </a:lnTo>
                <a:lnTo>
                  <a:pt x="184480" y="322940"/>
                </a:lnTo>
                <a:lnTo>
                  <a:pt x="0" y="322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520" y="1567868"/>
            <a:ext cx="3541892" cy="2448604"/>
          </a:xfrm>
          <a:custGeom>
            <a:avLst/>
            <a:gdLst/>
            <a:ahLst/>
            <a:cxnLst/>
            <a:rect r="r" b="b" t="t" l="l"/>
            <a:pathLst>
              <a:path h="2448604" w="3541892">
                <a:moveTo>
                  <a:pt x="0" y="0"/>
                </a:moveTo>
                <a:lnTo>
                  <a:pt x="3541892" y="0"/>
                </a:lnTo>
                <a:lnTo>
                  <a:pt x="3541892" y="2448604"/>
                </a:lnTo>
                <a:lnTo>
                  <a:pt x="0" y="2448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4332" y="4576669"/>
            <a:ext cx="2836432" cy="2541367"/>
          </a:xfrm>
          <a:custGeom>
            <a:avLst/>
            <a:gdLst/>
            <a:ahLst/>
            <a:cxnLst/>
            <a:rect r="r" b="b" t="t" l="l"/>
            <a:pathLst>
              <a:path h="2541367" w="2836432">
                <a:moveTo>
                  <a:pt x="0" y="0"/>
                </a:moveTo>
                <a:lnTo>
                  <a:pt x="2836432" y="0"/>
                </a:lnTo>
                <a:lnTo>
                  <a:pt x="2836432" y="2541366"/>
                </a:lnTo>
                <a:lnTo>
                  <a:pt x="0" y="25413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57332" y="4576669"/>
            <a:ext cx="2916476" cy="2541367"/>
          </a:xfrm>
          <a:custGeom>
            <a:avLst/>
            <a:gdLst/>
            <a:ahLst/>
            <a:cxnLst/>
            <a:rect r="r" b="b" t="t" l="l"/>
            <a:pathLst>
              <a:path h="2541367" w="2916476">
                <a:moveTo>
                  <a:pt x="0" y="0"/>
                </a:moveTo>
                <a:lnTo>
                  <a:pt x="2916476" y="0"/>
                </a:lnTo>
                <a:lnTo>
                  <a:pt x="2916476" y="2541366"/>
                </a:lnTo>
                <a:lnTo>
                  <a:pt x="0" y="25413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63188" y="4812812"/>
            <a:ext cx="2890412" cy="1597330"/>
          </a:xfrm>
          <a:custGeom>
            <a:avLst/>
            <a:gdLst/>
            <a:ahLst/>
            <a:cxnLst/>
            <a:rect r="r" b="b" t="t" l="l"/>
            <a:pathLst>
              <a:path h="1597330" w="2890412">
                <a:moveTo>
                  <a:pt x="0" y="0"/>
                </a:moveTo>
                <a:lnTo>
                  <a:pt x="2890412" y="0"/>
                </a:lnTo>
                <a:lnTo>
                  <a:pt x="2890412" y="1597329"/>
                </a:lnTo>
                <a:lnTo>
                  <a:pt x="0" y="15973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601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586571" y="1168542"/>
            <a:ext cx="4162392" cy="1623628"/>
          </a:xfrm>
          <a:custGeom>
            <a:avLst/>
            <a:gdLst/>
            <a:ahLst/>
            <a:cxnLst/>
            <a:rect r="r" b="b" t="t" l="l"/>
            <a:pathLst>
              <a:path h="1623628" w="4162392">
                <a:moveTo>
                  <a:pt x="0" y="0"/>
                </a:moveTo>
                <a:lnTo>
                  <a:pt x="4162392" y="0"/>
                </a:lnTo>
                <a:lnTo>
                  <a:pt x="4162392" y="1623628"/>
                </a:lnTo>
                <a:lnTo>
                  <a:pt x="0" y="1623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582160" y="2948165"/>
            <a:ext cx="4166803" cy="1504679"/>
          </a:xfrm>
          <a:custGeom>
            <a:avLst/>
            <a:gdLst/>
            <a:ahLst/>
            <a:cxnLst/>
            <a:rect r="r" b="b" t="t" l="l"/>
            <a:pathLst>
              <a:path h="1504679" w="4166803">
                <a:moveTo>
                  <a:pt x="0" y="0"/>
                </a:moveTo>
                <a:lnTo>
                  <a:pt x="4166803" y="0"/>
                </a:lnTo>
                <a:lnTo>
                  <a:pt x="4166803" y="1504679"/>
                </a:lnTo>
                <a:lnTo>
                  <a:pt x="0" y="15046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64332" y="641872"/>
            <a:ext cx="577537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0D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9797" y="1646099"/>
            <a:ext cx="4632675" cy="2407601"/>
          </a:xfrm>
          <a:custGeom>
            <a:avLst/>
            <a:gdLst/>
            <a:ahLst/>
            <a:cxnLst/>
            <a:rect r="r" b="b" t="t" l="l"/>
            <a:pathLst>
              <a:path h="2407601" w="4632675">
                <a:moveTo>
                  <a:pt x="0" y="0"/>
                </a:moveTo>
                <a:lnTo>
                  <a:pt x="4632676" y="0"/>
                </a:lnTo>
                <a:lnTo>
                  <a:pt x="4632676" y="2407601"/>
                </a:lnTo>
                <a:lnTo>
                  <a:pt x="0" y="24076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8686" y="4483576"/>
            <a:ext cx="5938140" cy="2349852"/>
          </a:xfrm>
          <a:custGeom>
            <a:avLst/>
            <a:gdLst/>
            <a:ahLst/>
            <a:cxnLst/>
            <a:rect r="r" b="b" t="t" l="l"/>
            <a:pathLst>
              <a:path h="2349852" w="5938140">
                <a:moveTo>
                  <a:pt x="0" y="0"/>
                </a:moveTo>
                <a:lnTo>
                  <a:pt x="5938140" y="0"/>
                </a:lnTo>
                <a:lnTo>
                  <a:pt x="5938140" y="2349853"/>
                </a:lnTo>
                <a:lnTo>
                  <a:pt x="0" y="23498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64332" y="641872"/>
            <a:ext cx="5775377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</a:pPr>
            <a:r>
              <a:rPr lang="en-US" sz="2517">
                <a:solidFill>
                  <a:srgbClr val="FFFFFF"/>
                </a:solidFill>
                <a:latin typeface="SCR-N Seven Extra"/>
                <a:ea typeface="SCR-N Seven Extra"/>
                <a:cs typeface="SCR-N Seven Extra"/>
                <a:sym typeface="SCR-N Seven Extra"/>
              </a:rPr>
              <a:t>SEGUIMIENTO TELOCAMBIO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DAG2JKnoLKA</dc:identifier>
  <dcterms:modified xsi:type="dcterms:W3CDTF">2011-08-01T06:04:30Z</dcterms:modified>
  <cp:revision>1</cp:revision>
  <dc:title>Purple and Blue Modern Clean Minimalist IT Dashboard Monitoring Chart Graph</dc:title>
</cp:coreProperties>
</file>