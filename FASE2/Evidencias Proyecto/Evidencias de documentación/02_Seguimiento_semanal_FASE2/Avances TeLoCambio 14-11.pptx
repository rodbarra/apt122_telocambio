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9753600" cy="7315200"/>
  <p:notesSz cx="6858000" cy="9144000"/>
  <p:embeddedFontLst>
    <p:embeddedFont>
      <p:font typeface="SCR-N Seven Extra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8" d="100"/>
          <a:sy n="98" d="100"/>
        </p:scale>
        <p:origin x="89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772438" y="197164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 dirty="0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D97B8F5-59CF-F462-A8E0-37335678B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802" y="1295400"/>
            <a:ext cx="810870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E14DDE-C4A4-EE7F-64F9-3BD0EB5F3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83" y="1566684"/>
            <a:ext cx="9076207" cy="280440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87C901B-39DA-3018-7325-3A93D634D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46345"/>
            <a:ext cx="9753600" cy="20269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8583C-8B8A-A09B-726B-4A8A2003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93A9DDD-3FDB-4EC1-CC30-008709110890}"/>
              </a:ext>
            </a:extLst>
          </p:cNvPr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0CAF92F-3D6E-75B9-0DA9-83F27F0DA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949" y="1654385"/>
            <a:ext cx="3909399" cy="226333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9509FF0-8D70-7E71-2E73-E295D4A97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40" y="1585799"/>
            <a:ext cx="4938188" cy="24005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F80039E-17F2-FAEF-9CF1-A9B66CE21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082454"/>
            <a:ext cx="7543800" cy="295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51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</Words>
  <Application>Microsoft Office PowerPoint</Application>
  <PresentationFormat>Personalizado</PresentationFormat>
  <Paragraphs>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Calibri</vt:lpstr>
      <vt:lpstr>Arial</vt:lpstr>
      <vt:lpstr>SCR-N Seven Extra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Blue Modern Clean Minimalist IT Dashboard Monitoring Chart Graph</dc:title>
  <dc:creator>Octavio Quezada</dc:creator>
  <cp:lastModifiedBy>Octavio Quezada</cp:lastModifiedBy>
  <cp:revision>5</cp:revision>
  <dcterms:created xsi:type="dcterms:W3CDTF">2006-08-16T00:00:00Z</dcterms:created>
  <dcterms:modified xsi:type="dcterms:W3CDTF">2025-11-14T16:39:22Z</dcterms:modified>
  <dc:identifier>DAG2JKnoLKA</dc:identifier>
</cp:coreProperties>
</file>