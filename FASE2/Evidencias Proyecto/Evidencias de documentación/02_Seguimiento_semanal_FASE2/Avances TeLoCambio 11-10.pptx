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</p:sldIdLst>
  <p:sldSz cx="9753600" cy="7315200"/>
  <p:notesSz cx="6858000" cy="9144000"/>
  <p:embeddedFontLst>
    <p:embeddedFont>
      <p:font typeface="SCR-N Seven Extra" panose="020B0604020202020204" charset="0"/>
      <p:regular r:id="rId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8" d="100"/>
          <a:sy n="78" d="100"/>
        </p:scale>
        <p:origin x="91" y="115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font" Target="fonts/font1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0D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42711" y="2786695"/>
            <a:ext cx="184480" cy="322940"/>
          </a:xfrm>
          <a:custGeom>
            <a:avLst/>
            <a:gdLst/>
            <a:ahLst/>
            <a:cxnLst/>
            <a:rect l="l" t="t" r="r" b="b"/>
            <a:pathLst>
              <a:path w="184480" h="322940">
                <a:moveTo>
                  <a:pt x="0" y="0"/>
                </a:moveTo>
                <a:lnTo>
                  <a:pt x="184480" y="0"/>
                </a:lnTo>
                <a:lnTo>
                  <a:pt x="184480" y="322940"/>
                </a:lnTo>
                <a:lnTo>
                  <a:pt x="0" y="3229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7" name="TextBox 7"/>
          <p:cNvSpPr txBox="1"/>
          <p:nvPr/>
        </p:nvSpPr>
        <p:spPr>
          <a:xfrm>
            <a:off x="764332" y="641872"/>
            <a:ext cx="5775377" cy="800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21"/>
              </a:lnSpc>
            </a:pPr>
            <a:r>
              <a:rPr lang="en-US" sz="2517">
                <a:solidFill>
                  <a:srgbClr val="FFFFFF"/>
                </a:solidFill>
                <a:latin typeface="SCR-N Seven Extra"/>
                <a:ea typeface="SCR-N Seven Extra"/>
                <a:cs typeface="SCR-N Seven Extra"/>
                <a:sym typeface="SCR-N Seven Extra"/>
              </a:rPr>
              <a:t>SEGUIMIENTO TELOCAMBIO DASHBOARD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4D512B25-7F7D-9113-BE19-74689A6A84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4332" y="1424766"/>
            <a:ext cx="3688893" cy="2842434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D0AF91E9-E10A-B408-C6D2-BE49ABB98F2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" y="4632668"/>
            <a:ext cx="2819400" cy="2399292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33BE9F86-79AE-1E09-B0A7-AF0FD74EC85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14800" y="4632668"/>
            <a:ext cx="5359916" cy="1920532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14ABDF47-A656-E25A-0C56-2445E5679E7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0" y="1735044"/>
            <a:ext cx="4926583" cy="192053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0D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64332" y="641872"/>
            <a:ext cx="5775377" cy="800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21"/>
              </a:lnSpc>
            </a:pPr>
            <a:r>
              <a:rPr lang="en-US" sz="2517">
                <a:solidFill>
                  <a:srgbClr val="FFFFFF"/>
                </a:solidFill>
                <a:latin typeface="SCR-N Seven Extra"/>
                <a:ea typeface="SCR-N Seven Extra"/>
                <a:cs typeface="SCR-N Seven Extra"/>
                <a:sym typeface="SCR-N Seven Extra"/>
              </a:rPr>
              <a:t>SEGUIMIENTO TELOCAMBIO DASHBOARD</a:t>
            </a:r>
          </a:p>
        </p:txBody>
      </p:sp>
      <p:sp>
        <p:nvSpPr>
          <p:cNvPr id="3" name="Freeform 3"/>
          <p:cNvSpPr/>
          <p:nvPr/>
        </p:nvSpPr>
        <p:spPr>
          <a:xfrm>
            <a:off x="3010887" y="1582801"/>
            <a:ext cx="2890412" cy="1597330"/>
          </a:xfrm>
          <a:custGeom>
            <a:avLst/>
            <a:gdLst/>
            <a:ahLst/>
            <a:cxnLst/>
            <a:rect l="l" t="t" r="r" b="b"/>
            <a:pathLst>
              <a:path w="2890412" h="1597330">
                <a:moveTo>
                  <a:pt x="0" y="0"/>
                </a:moveTo>
                <a:lnTo>
                  <a:pt x="2890413" y="0"/>
                </a:lnTo>
                <a:lnTo>
                  <a:pt x="2890413" y="1597329"/>
                </a:lnTo>
                <a:lnTo>
                  <a:pt x="0" y="159732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b="-6012"/>
            </a:stretch>
          </a:blipFill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6</Words>
  <Application>Microsoft Office PowerPoint</Application>
  <PresentationFormat>Personalizado</PresentationFormat>
  <Paragraphs>2</Paragraphs>
  <Slides>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6" baseType="lpstr">
      <vt:lpstr>Calibri</vt:lpstr>
      <vt:lpstr>SCR-N Seven Extra</vt:lpstr>
      <vt:lpstr>Arial</vt:lpstr>
      <vt:lpstr>Office Theme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Purple and Blue Modern Clean Minimalist IT Dashboard Monitoring Chart Graph</dc:title>
  <cp:lastModifiedBy>Octavio Quezada</cp:lastModifiedBy>
  <cp:revision>2</cp:revision>
  <dcterms:created xsi:type="dcterms:W3CDTF">2006-08-16T00:00:00Z</dcterms:created>
  <dcterms:modified xsi:type="dcterms:W3CDTF">2025-10-18T13:08:40Z</dcterms:modified>
  <dc:identifier>DAG2JKnoLKA</dc:identifier>
</cp:coreProperties>
</file>