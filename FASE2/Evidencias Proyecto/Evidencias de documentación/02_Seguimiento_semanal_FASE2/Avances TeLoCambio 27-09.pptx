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9753600" cy="7315200"/>
  <p:notesSz cx="6858000" cy="9144000"/>
  <p:embeddedFontLst>
    <p:embeddedFont>
      <p:font typeface="SCR-N Seven Extra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91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2711" y="2786695"/>
            <a:ext cx="184480" cy="322940"/>
          </a:xfrm>
          <a:custGeom>
            <a:avLst/>
            <a:gdLst/>
            <a:ahLst/>
            <a:cxnLst/>
            <a:rect l="l" t="t" r="r" b="b"/>
            <a:pathLst>
              <a:path w="184480" h="322940">
                <a:moveTo>
                  <a:pt x="0" y="0"/>
                </a:moveTo>
                <a:lnTo>
                  <a:pt x="184480" y="0"/>
                </a:lnTo>
                <a:lnTo>
                  <a:pt x="184480" y="322940"/>
                </a:lnTo>
                <a:lnTo>
                  <a:pt x="0" y="32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E38850B-3144-4CC6-91C0-65E623672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331" y="1469011"/>
            <a:ext cx="3280597" cy="25959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F2A0E69-47FA-78F4-A743-5EB1F8A05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360" y="1493973"/>
            <a:ext cx="5243014" cy="209568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CB74117-ABBD-BDBB-7C14-FA66CC3DEB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331" y="4302602"/>
            <a:ext cx="3280597" cy="284608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B41CB2F-282B-DE32-E805-A798E9E4A9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9600" y="4724400"/>
            <a:ext cx="5008814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4332" y="641872"/>
            <a:ext cx="5775377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966279-5FD2-B6C5-15DB-256D592A3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240" y="1752600"/>
            <a:ext cx="4786709" cy="28652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Office PowerPoint</Application>
  <PresentationFormat>Personalizado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Calibri</vt:lpstr>
      <vt:lpstr>SCR-N Seven Extra</vt:lpstr>
      <vt:lpstr>Arial</vt:lpstr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Blue Modern Clean Minimalist IT Dashboard Monitoring Chart Graph</dc:title>
  <cp:lastModifiedBy>Octavio Quezada</cp:lastModifiedBy>
  <cp:revision>2</cp:revision>
  <dcterms:created xsi:type="dcterms:W3CDTF">2006-08-16T00:00:00Z</dcterms:created>
  <dcterms:modified xsi:type="dcterms:W3CDTF">2025-10-18T13:14:54Z</dcterms:modified>
  <dc:identifier>DAG2JKnoLKA</dc:identifier>
</cp:coreProperties>
</file>