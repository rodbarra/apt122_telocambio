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9753600" cy="7315200"/>
  <p:notesSz cx="6858000" cy="9144000"/>
  <p:embeddedFontLst>
    <p:embeddedFont>
      <p:font typeface="SCR-N Seven Extra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106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711" y="2786695"/>
            <a:ext cx="184480" cy="322940"/>
          </a:xfrm>
          <a:custGeom>
            <a:avLst/>
            <a:gdLst/>
            <a:ahLst/>
            <a:cxnLst/>
            <a:rect l="l" t="t" r="r" b="b"/>
            <a:pathLst>
              <a:path w="184480" h="322940">
                <a:moveTo>
                  <a:pt x="0" y="0"/>
                </a:moveTo>
                <a:lnTo>
                  <a:pt x="184480" y="0"/>
                </a:lnTo>
                <a:lnTo>
                  <a:pt x="184480" y="322940"/>
                </a:lnTo>
                <a:lnTo>
                  <a:pt x="0" y="32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764332" y="4576669"/>
            <a:ext cx="2836432" cy="2541367"/>
          </a:xfrm>
          <a:custGeom>
            <a:avLst/>
            <a:gdLst/>
            <a:ahLst/>
            <a:cxnLst/>
            <a:rect l="l" t="t" r="r" b="b"/>
            <a:pathLst>
              <a:path w="2836432" h="2541367">
                <a:moveTo>
                  <a:pt x="0" y="0"/>
                </a:moveTo>
                <a:lnTo>
                  <a:pt x="2836432" y="0"/>
                </a:lnTo>
                <a:lnTo>
                  <a:pt x="2836432" y="2541366"/>
                </a:lnTo>
                <a:lnTo>
                  <a:pt x="0" y="254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6863188" y="4812812"/>
            <a:ext cx="2890412" cy="1597330"/>
          </a:xfrm>
          <a:custGeom>
            <a:avLst/>
            <a:gdLst/>
            <a:ahLst/>
            <a:cxnLst/>
            <a:rect l="l" t="t" r="r" b="b"/>
            <a:pathLst>
              <a:path w="2890412" h="1597330">
                <a:moveTo>
                  <a:pt x="0" y="0"/>
                </a:moveTo>
                <a:lnTo>
                  <a:pt x="2890412" y="0"/>
                </a:lnTo>
                <a:lnTo>
                  <a:pt x="2890412" y="1597329"/>
                </a:lnTo>
                <a:lnTo>
                  <a:pt x="0" y="1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601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586571" y="1168542"/>
            <a:ext cx="4162392" cy="1623628"/>
          </a:xfrm>
          <a:custGeom>
            <a:avLst/>
            <a:gdLst/>
            <a:ahLst/>
            <a:cxnLst/>
            <a:rect l="l" t="t" r="r" b="b"/>
            <a:pathLst>
              <a:path w="4162392" h="1623628">
                <a:moveTo>
                  <a:pt x="0" y="0"/>
                </a:moveTo>
                <a:lnTo>
                  <a:pt x="4162392" y="0"/>
                </a:lnTo>
                <a:lnTo>
                  <a:pt x="4162392" y="1623628"/>
                </a:lnTo>
                <a:lnTo>
                  <a:pt x="0" y="1623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44637C3-FF8C-E7F9-668D-C1CBAF73B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77" y="1467651"/>
            <a:ext cx="3712305" cy="254136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DD3C906-D6F9-5D6E-C128-A76F2ABA4B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6571" y="2826288"/>
            <a:ext cx="4162392" cy="155828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1B04CC9-CD44-ACCF-70A6-EA11B5CEC9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5597" y="4576668"/>
            <a:ext cx="2705203" cy="2591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00D97D-3CF0-948E-7C09-346907CF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45" y="1441972"/>
            <a:ext cx="5174240" cy="29776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48A16A3-F0CE-B945-8F0B-573E1C19A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45" y="4390417"/>
            <a:ext cx="6510788" cy="2619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</Words>
  <Application>Microsoft Office PowerPoint</Application>
  <PresentationFormat>Personalizado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Calibri</vt:lpstr>
      <vt:lpstr>SCR-N Seven Extra</vt:lpstr>
      <vt:lpstr>Arial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dc:creator>Octavio Quezada</dc:creator>
  <cp:lastModifiedBy>Octavio Quezada</cp:lastModifiedBy>
  <cp:revision>3</cp:revision>
  <dcterms:created xsi:type="dcterms:W3CDTF">2006-08-16T00:00:00Z</dcterms:created>
  <dcterms:modified xsi:type="dcterms:W3CDTF">2025-11-06T02:31:13Z</dcterms:modified>
  <dc:identifier>DAG2JKnoLKA</dc:identifier>
</cp:coreProperties>
</file>