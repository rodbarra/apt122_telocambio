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9753600" cy="7315200"/>
  <p:notesSz cx="6858000" cy="9144000"/>
  <p:embeddedFontLst>
    <p:embeddedFont>
      <p:font typeface="SCR-N Seven Extra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8" d="100"/>
          <a:sy n="98" d="100"/>
        </p:scale>
        <p:origin x="8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772438" y="197164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 dirty="0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C0CEB24-C56E-7498-BE95-08ABEA8F0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12" y="1219200"/>
            <a:ext cx="8148575" cy="48767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03E5886-3CF4-D52D-BC9D-F1D46B113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1972"/>
            <a:ext cx="9068586" cy="283488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415F70-C624-DA04-09F8-E75597756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623041"/>
            <a:ext cx="9522037" cy="20063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8583C-8B8A-A09B-726B-4A8A2003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93A9DDD-3FDB-4EC1-CC30-008709110890}"/>
              </a:ext>
            </a:extLst>
          </p:cNvPr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CAF92F-3D6E-75B9-0DA9-83F27F0DA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49" y="1654385"/>
            <a:ext cx="3909399" cy="22633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E50FFBD-786A-6EF1-E0DC-D452EFFF7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8178"/>
            <a:ext cx="5006774" cy="241574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41CC4E9-ED25-7DB6-44D2-97082A91E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64" y="4130133"/>
            <a:ext cx="8014472" cy="31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1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</Words>
  <Application>Microsoft Office PowerPoint</Application>
  <PresentationFormat>Personalizado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SCR-N Seven Extra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dc:creator>Octavio Quezada</dc:creator>
  <cp:lastModifiedBy>Octavio Quezada</cp:lastModifiedBy>
  <cp:revision>6</cp:revision>
  <dcterms:created xsi:type="dcterms:W3CDTF">2006-08-16T00:00:00Z</dcterms:created>
  <dcterms:modified xsi:type="dcterms:W3CDTF">2025-11-18T02:45:33Z</dcterms:modified>
  <dc:identifier>DAG2JKnoLKA</dc:identifier>
</cp:coreProperties>
</file>