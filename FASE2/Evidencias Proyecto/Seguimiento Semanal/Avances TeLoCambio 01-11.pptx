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9753600" cy="7315200"/>
  <p:notesSz cx="6858000" cy="9144000"/>
  <p:embeddedFontLst>
    <p:embeddedFont>
      <p:font typeface="SCR-N Seven Extra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8" d="100"/>
          <a:sy n="98" d="100"/>
        </p:scale>
        <p:origin x="79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2711" y="2786695"/>
            <a:ext cx="184480" cy="322940"/>
          </a:xfrm>
          <a:custGeom>
            <a:avLst/>
            <a:gdLst/>
            <a:ahLst/>
            <a:cxnLst/>
            <a:rect l="l" t="t" r="r" b="b"/>
            <a:pathLst>
              <a:path w="184480" h="322940">
                <a:moveTo>
                  <a:pt x="0" y="0"/>
                </a:moveTo>
                <a:lnTo>
                  <a:pt x="184480" y="0"/>
                </a:lnTo>
                <a:lnTo>
                  <a:pt x="184480" y="322940"/>
                </a:lnTo>
                <a:lnTo>
                  <a:pt x="0" y="32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772438" y="197164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 dirty="0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2B158D-8EBB-7837-FEE2-D5EA0DDDC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447800"/>
            <a:ext cx="6627068" cy="4704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AC8B190-5127-666A-CCE1-F3AA1C63D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12" y="4648200"/>
            <a:ext cx="8481795" cy="22252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7FC2D69-3506-3F3F-B133-73D3AB96E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14" y="1600200"/>
            <a:ext cx="7521592" cy="26900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8583C-8B8A-A09B-726B-4A8A2003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93A9DDD-3FDB-4EC1-CC30-008709110890}"/>
              </a:ext>
            </a:extLst>
          </p:cNvPr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6DFF84-D5E9-351C-7684-A4FA80066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32" y="1441972"/>
            <a:ext cx="4724400" cy="285646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315C51-0AD7-7A00-1DD2-AF1D937FE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477640"/>
            <a:ext cx="3330229" cy="208044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616A558-D81D-436B-8729-CAE31D99C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671" y="4356805"/>
            <a:ext cx="6626258" cy="265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51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</Words>
  <Application>Microsoft Office PowerPoint</Application>
  <PresentationFormat>Personalizado</PresentationFormat>
  <Paragraphs>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Calibri</vt:lpstr>
      <vt:lpstr>SCR-N Seven Extra</vt:lpstr>
      <vt:lpstr>Arial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Blue Modern Clean Minimalist IT Dashboard Monitoring Chart Graph</dc:title>
  <dc:creator>Octavio Quezada</dc:creator>
  <cp:lastModifiedBy>Octavio Quezada</cp:lastModifiedBy>
  <cp:revision>3</cp:revision>
  <dcterms:created xsi:type="dcterms:W3CDTF">2006-08-16T00:00:00Z</dcterms:created>
  <dcterms:modified xsi:type="dcterms:W3CDTF">2025-11-06T02:30:52Z</dcterms:modified>
  <dc:identifier>DAG2JKnoLKA</dc:identifier>
</cp:coreProperties>
</file>