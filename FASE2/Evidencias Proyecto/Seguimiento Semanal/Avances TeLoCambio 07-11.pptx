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</p:sldIdLst>
  <p:sldSz cx="9753600" cy="7315200"/>
  <p:notesSz cx="6858000" cy="9144000"/>
  <p:embeddedFontLst>
    <p:embeddedFont>
      <p:font typeface="SCR-N Seven Extra" panose="020B0604020202020204" charset="0"/>
      <p:regular r:id="rId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98" d="100"/>
          <a:sy n="98" d="100"/>
        </p:scale>
        <p:origin x="894" y="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11/7/2025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11/7/2025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11/7/2025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9"/>
          <p:cNvSpPr txBox="1"/>
          <p:nvPr/>
        </p:nvSpPr>
        <p:spPr>
          <a:xfrm>
            <a:off x="772438" y="197164"/>
            <a:ext cx="5775377" cy="8001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21"/>
              </a:lnSpc>
            </a:pPr>
            <a:r>
              <a:rPr lang="en-US" sz="2517" dirty="0">
                <a:solidFill>
                  <a:srgbClr val="FFFFFF"/>
                </a:solidFill>
                <a:latin typeface="SCR-N Seven Extra"/>
                <a:ea typeface="SCR-N Seven Extra"/>
                <a:cs typeface="SCR-N Seven Extra"/>
                <a:sym typeface="SCR-N Seven Extra"/>
              </a:rPr>
              <a:t>SEGUIMIENTO TELOCAMBIO DASHBOARD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F4D03F15-1EE7-C7C3-4BF9-65DE35839C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1" y="1279733"/>
            <a:ext cx="8309428" cy="489246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4"/>
          <p:cNvSpPr txBox="1"/>
          <p:nvPr/>
        </p:nvSpPr>
        <p:spPr>
          <a:xfrm>
            <a:off x="764332" y="641872"/>
            <a:ext cx="5775377" cy="8001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21"/>
              </a:lnSpc>
            </a:pPr>
            <a:r>
              <a:rPr lang="en-US" sz="2517">
                <a:solidFill>
                  <a:srgbClr val="FFFFFF"/>
                </a:solidFill>
                <a:latin typeface="SCR-N Seven Extra"/>
                <a:ea typeface="SCR-N Seven Extra"/>
                <a:cs typeface="SCR-N Seven Extra"/>
                <a:sym typeface="SCR-N Seven Extra"/>
              </a:rPr>
              <a:t>SEGUIMIENTO TELOCAMBIO DASHBOARD</a:t>
            </a: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FB04A7AC-F01A-C735-258B-5B9BDB090E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4886" y="1453321"/>
            <a:ext cx="9083827" cy="2834886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3C0E8EA9-C6B6-63FD-BFAB-6CED786D3AE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199" y="4495800"/>
            <a:ext cx="8895791" cy="24384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D48583C-8B8A-A09B-726B-4A8A200341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4">
            <a:extLst>
              <a:ext uri="{FF2B5EF4-FFF2-40B4-BE49-F238E27FC236}">
                <a16:creationId xmlns:a16="http://schemas.microsoft.com/office/drawing/2014/main" id="{593A9DDD-3FDB-4EC1-CC30-008709110890}"/>
              </a:ext>
            </a:extLst>
          </p:cNvPr>
          <p:cNvSpPr txBox="1"/>
          <p:nvPr/>
        </p:nvSpPr>
        <p:spPr>
          <a:xfrm>
            <a:off x="764332" y="641872"/>
            <a:ext cx="5775377" cy="8001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21"/>
              </a:lnSpc>
            </a:pPr>
            <a:r>
              <a:rPr lang="en-US" sz="2517">
                <a:solidFill>
                  <a:srgbClr val="FFFFFF"/>
                </a:solidFill>
                <a:latin typeface="SCR-N Seven Extra"/>
                <a:ea typeface="SCR-N Seven Extra"/>
                <a:cs typeface="SCR-N Seven Extra"/>
                <a:sym typeface="SCR-N Seven Extra"/>
              </a:rPr>
              <a:t>SEGUIMIENTO TELOCAMBIO DASHBOARD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95234134-31EC-0B23-C19C-57E8D393CF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3810" y="4322758"/>
            <a:ext cx="6665979" cy="2788216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CF4997A0-32FF-508F-4A2C-A5BCAD3F3FC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2171" y="1562773"/>
            <a:ext cx="4961050" cy="2377646"/>
          </a:xfrm>
          <a:prstGeom prst="rect">
            <a:avLst/>
          </a:prstGeom>
        </p:spPr>
      </p:pic>
      <p:pic>
        <p:nvPicPr>
          <p:cNvPr id="10" name="Imagen 9">
            <a:extLst>
              <a:ext uri="{FF2B5EF4-FFF2-40B4-BE49-F238E27FC236}">
                <a16:creationId xmlns:a16="http://schemas.microsoft.com/office/drawing/2014/main" id="{F0CAF92F-3D6E-75B9-0DA9-83F27F0DAC1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02949" y="1654385"/>
            <a:ext cx="3909399" cy="22633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751963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40</TotalTime>
  <Words>9</Words>
  <Application>Microsoft Office PowerPoint</Application>
  <PresentationFormat>Personalizado</PresentationFormat>
  <Paragraphs>3</Paragraphs>
  <Slides>3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3</vt:i4>
      </vt:variant>
    </vt:vector>
  </HeadingPairs>
  <TitlesOfParts>
    <vt:vector size="7" baseType="lpstr">
      <vt:lpstr>SCR-N Seven Extra</vt:lpstr>
      <vt:lpstr>Calibri</vt:lpstr>
      <vt:lpstr>Arial</vt:lpstr>
      <vt:lpstr>Office Theme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Purple and Blue Modern Clean Minimalist IT Dashboard Monitoring Chart Graph</dc:title>
  <dc:creator>Octavio Quezada</dc:creator>
  <cp:lastModifiedBy>Octavio Quezada</cp:lastModifiedBy>
  <cp:revision>4</cp:revision>
  <dcterms:created xsi:type="dcterms:W3CDTF">2006-08-16T00:00:00Z</dcterms:created>
  <dcterms:modified xsi:type="dcterms:W3CDTF">2025-11-07T19:07:21Z</dcterms:modified>
  <dc:identifier>DAG2JKnoLKA</dc:identifier>
</cp:coreProperties>
</file>